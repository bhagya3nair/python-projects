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A86C3-97C7-4B77-AAC5-3F5E00BA15DF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160E5-ECAB-440A-A133-EE76E85D8DF6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9153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A86C3-97C7-4B77-AAC5-3F5E00BA15DF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160E5-ECAB-440A-A133-EE76E85D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839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A86C3-97C7-4B77-AAC5-3F5E00BA15DF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160E5-ECAB-440A-A133-EE76E85D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802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A86C3-97C7-4B77-AAC5-3F5E00BA15DF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160E5-ECAB-440A-A133-EE76E85D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051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A86C3-97C7-4B77-AAC5-3F5E00BA15DF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160E5-ECAB-440A-A133-EE76E85D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631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A86C3-97C7-4B77-AAC5-3F5E00BA15DF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160E5-ECAB-440A-A133-EE76E85D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937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A86C3-97C7-4B77-AAC5-3F5E00BA15DF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160E5-ECAB-440A-A133-EE76E85D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657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A86C3-97C7-4B77-AAC5-3F5E00BA15DF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160E5-ECAB-440A-A133-EE76E85D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620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A86C3-97C7-4B77-AAC5-3F5E00BA15DF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160E5-ECAB-440A-A133-EE76E85D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666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A86C3-97C7-4B77-AAC5-3F5E00BA15DF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160E5-ECAB-440A-A133-EE76E85D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025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A86C3-97C7-4B77-AAC5-3F5E00BA15DF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160E5-ECAB-440A-A133-EE76E85D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309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A86C3-97C7-4B77-AAC5-3F5E00BA15DF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160E5-ECAB-440A-A133-EE76E85D8DF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2689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A86C3-97C7-4B77-AAC5-3F5E00BA15DF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160E5-ECAB-440A-A133-EE76E85D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8742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A86C3-97C7-4B77-AAC5-3F5E00BA15DF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160E5-ECAB-440A-A133-EE76E85D8DF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0661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A86C3-97C7-4B77-AAC5-3F5E00BA15DF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160E5-ECAB-440A-A133-EE76E85D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1656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A86C3-97C7-4B77-AAC5-3F5E00BA15DF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160E5-ECAB-440A-A133-EE76E85D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9769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A86C3-97C7-4B77-AAC5-3F5E00BA15DF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160E5-ECAB-440A-A133-EE76E85D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8773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A86C3-97C7-4B77-AAC5-3F5E00BA15DF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160E5-ECAB-440A-A133-EE76E85D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703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B9A86C3-97C7-4B77-AAC5-3F5E00BA15DF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92160E5-ECAB-440A-A133-EE76E85D8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4031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fi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fif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7F539880-E77F-F1E8-BA99-0DB72296C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3958" y="480122"/>
            <a:ext cx="8453906" cy="1186118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House Price Prediction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43E408-FB53-5798-D27E-34120AF8D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33514" y="4754879"/>
            <a:ext cx="9244897" cy="997857"/>
          </a:xfrm>
        </p:spPr>
        <p:txBody>
          <a:bodyPr>
            <a:normAutofit/>
          </a:bodyPr>
          <a:lstStyle/>
          <a:p>
            <a:pPr algn="r"/>
            <a:r>
              <a:rPr lang="en-US" sz="3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By Bhagyalaxmi Nair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5404A2-2124-6934-55BA-7C217A2E53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538" y="2633345"/>
            <a:ext cx="5981982" cy="336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974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0F974-3D39-214E-59F8-29C93FC88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5252" y="619760"/>
            <a:ext cx="8534401" cy="78232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14188-0DB3-ABBB-32F0-D39D80AC0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2666" y="1793240"/>
            <a:ext cx="10224294" cy="4445000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House price prediction is crucial in the real estate domain.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factors such as area, condition, and year built affect property valuation.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Predicting house prices using data-driven techniques.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Helps buyers, sellers, and investors.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project focuses on predicting house prices using data analysis and machine learning techniques implemented in Python.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House price prediction is a critical task in the real estate industry, as it helps buyers, sellers, and investors make informed decisions. 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analyzing historical housing data, this project aims to identify key factors that influence property prices and build a reliable predictive model.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Accurately estimating house prices is challenging due to the complex interaction of these factors. 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project showcases how data science and machine learning techniques can be applied to analyze housing data and predict property prices.</a:t>
            </a:r>
          </a:p>
          <a:p>
            <a:pPr>
              <a:defRPr sz="1800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5C88D2-8628-9C7D-B915-441ACB9FBF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2757" y="33051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13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C003B-0867-8976-7054-78EA4C19A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7012" y="480060"/>
            <a:ext cx="8534401" cy="76708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BB7495-C05C-A32B-F1F7-E79EFAE45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97012" y="1821180"/>
            <a:ext cx="10115868" cy="4465320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Manual house price estimation is inaccurate and subjective.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goal is to build a reliable data-driven prediction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Manually estimating house prices often leads to inaccuracies due to subjective judgment and market fluctuations.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primary challenge addressed in this project is to develop an automated and data-driven approach for predicting house prices.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model must handle missing values, outliers, and a combination of numerical and categorical variables.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Determining the correct price of a house is a complex task due to the involvement of multiple interdependent factors.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challenge addressed in this project is to accurately predict house prices using available property features while handling missing values, outliers, and mixed data types.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596DB9-CDFE-C623-190D-A2D9E4F74A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400" y="218440"/>
            <a:ext cx="27432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539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641B4-0E49-0E08-4415-2BE3DB0CA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571" y="523240"/>
            <a:ext cx="8534401" cy="7366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CA849B-3CB6-D4A7-2711-EB7395328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2986" y="1920240"/>
            <a:ext cx="10126028" cy="441452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dataset used in this project contains detailed information about residential properties, including structural, temporal, and condition-related attributes.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consists of both numerical and categorical features that collectively influence the final sale price of a house.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numerical and categorical features.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 variable: Sale Price.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 housing data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 EDA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a prediction model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Evaluate performance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67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D56B9-7C40-F511-51CA-FD1869634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891" y="391160"/>
            <a:ext cx="8534401" cy="70612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1C9EAD-87DB-58B1-D0D7-E56194843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1067" y="1945640"/>
            <a:ext cx="10153174" cy="350012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Important features in the dataset include lot area, overall condition, year of construction, basement area, and the target variable sale price.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features play a crucial role in determining the market value of a property.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Features also include LotArea, OverallCond, YearBuilt, TotalBsmtSF, and SalePrice.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4DC2DF-099A-880C-10E5-5A8F9FF1A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5434" y="3590792"/>
            <a:ext cx="4428807" cy="2947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017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146DD-D8CF-13A4-8948-85362AE67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7011" y="452120"/>
            <a:ext cx="8534401" cy="77724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Types and Tools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CAB63A-8A46-B585-E965-704FA2467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2051" y="2143760"/>
            <a:ext cx="9546909" cy="271272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Types: Numerical, categorical, and temporal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Tools: Python, Pandas, NumPy, Matplotlib, Scikit-learn, Google Colab.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 variable: SalePrice.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1A0662-0413-8456-6B6F-AB9B6384A8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520" y="3090382"/>
            <a:ext cx="4415243" cy="353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042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AB5E-D39E-B0E8-16FA-5D6459D8B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011" y="360680"/>
            <a:ext cx="8534401" cy="7366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9E3E9D-ABD7-C51F-4D5E-7A5F6EE58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8425" y="1772920"/>
            <a:ext cx="9435149" cy="392684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project follows a systematic methodology starting with data understanding and cleaning.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Exploratory data analysis is then performed to uncover patterns and relationships.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engineering and model building are carried out to develop an effective prediction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collection, cleaning, EDA, feature engineering, modeling.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218376-1E73-6975-D267-6024AD304E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408" y="4399280"/>
            <a:ext cx="4163552" cy="209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708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2B762-ED51-462E-3C4E-627EEC8C5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9" y="388620"/>
            <a:ext cx="8534401" cy="79756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Cleaning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9BB25-EE58-52FC-3102-DEBC7B16F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3332" y="2128520"/>
            <a:ext cx="10024427" cy="398272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cleaning involves identifying and handling missing values, removing inconsistencies, and treating outliers that may negatively affect model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 data cleaning ensures the reliability and accuracy of the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Missing values and inconsistencies were identified and handled using statistical methods.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Removing inconsistencies, and treating outliers.</a:t>
            </a:r>
          </a:p>
        </p:txBody>
      </p:sp>
    </p:spTree>
    <p:extLst>
      <p:ext uri="{BB962C8B-B14F-4D97-AF65-F5344CB8AC3E}">
        <p14:creationId xmlns:p14="http://schemas.microsoft.com/office/powerpoint/2010/main" val="3047413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02EAB-9571-AAFB-43E5-2AA1AABD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451" y="482600"/>
            <a:ext cx="8534401" cy="75692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41B37-6E36-B452-F86C-1107D9D30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1252" y="2209800"/>
            <a:ext cx="10278427" cy="423672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engineering is a critical step that transforms raw data into meaningful inputs for the model.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includes encoding categorical variables, scaling numerical features, and creating new derived features that better represent real-world property characteristics.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Relevant transformations and feature creation techniques were applied to improve model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Encoding categorical variables and transforming numerical features.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291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7B4DC-61DE-7943-2FB0-69048C982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771" y="391160"/>
            <a:ext cx="8534401" cy="64516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Selection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55CFC-E750-D82D-1F6E-BCE9F258E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012" y="1590040"/>
            <a:ext cx="10390188" cy="430276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Regression-based machine learning models are suitable for predicting continuous target variables such as house prices.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Appropriate models are selected based on simplicity, interpretability, and performance on the given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Mean/median imputation and impact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Understanding patterns and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Continuous variables examined using plots.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Encoding zoning and building types.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Identification of extreme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Identifying strong relationships with Sale Price.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models using processed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46E1E9-4B05-C4AC-F95A-ADDEFF16FC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5569" y="4378960"/>
            <a:ext cx="3109126" cy="208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776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9A7B-C4C4-7289-8BAD-153212D2E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9" y="381000"/>
            <a:ext cx="8534401" cy="68580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 Metrics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D7BEA-90D6-D78A-5A74-46B34F0D7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613" y="1991360"/>
            <a:ext cx="9678988" cy="34137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performance of the prediction model is evaluated using metrics such as Mean Absolute Error (MAE), Root Mean Square Error (RMSE), and R-squared score.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metrics provide insights into prediction accuracy and model reliability.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MAE, RMSE, and R² Score used to evaluate model performance.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C7DE60-7286-3ADA-224C-FA6413707B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47" y="4862897"/>
            <a:ext cx="4423093" cy="1466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758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526B1-4D9B-9250-86BA-0367492E5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0851" y="462280"/>
            <a:ext cx="8534401" cy="77724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&amp;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BA3E8-5DBB-8ACC-35F3-A49289CD9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346" y="2057400"/>
            <a:ext cx="9699307" cy="37338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results indicate that features such as lot area, construction year, and basement size have a strong influence on house prices.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analysis confirms that larger and newer houses generally command higher market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analysis shows that property size, construction year, and basement area have a strong influence on house prices.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House prices increase with area and newer construction.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Basement and condition also impact pricing.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EBD4D1-F073-B015-1A61-5D6CFE3C0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047" y="5207318"/>
            <a:ext cx="1814513" cy="132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809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65EC7-499F-93D9-18DA-606E6B952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0051" y="350520"/>
            <a:ext cx="8534401" cy="8382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6F4D32-DE44-65A9-ACAC-C66DBDAF3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5867" y="2199640"/>
            <a:ext cx="9340374" cy="341884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project can be extended by incorporating additional features such as location-based indicators and neighborhood information.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Advanced machine learning algorithms and larger datasets can further improve prediction accuracy and robustness.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location-based features and advanced ML models.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larger datasets for better accuracy.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64F1FE-3D0D-F853-CF93-04BC6C0B6C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40" y="5067666"/>
            <a:ext cx="2336800" cy="156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391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7B96B-E6D4-9A3A-CE41-C6B52CDC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11" y="401320"/>
            <a:ext cx="8534401" cy="75692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 Price Distribution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39EDE-4420-F163-8AC0-0CFA78582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9280" y="1513840"/>
            <a:ext cx="11247120" cy="51308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 The histogram represents the distribution of house prices across the dataset. It indicates that most properties are concentrated within a mid-price range, while very high-priced houses occur less frequently.</a:t>
            </a:r>
          </a:p>
        </p:txBody>
      </p:sp>
      <p:pic>
        <p:nvPicPr>
          <p:cNvPr id="6" name="Picture 5" descr="ppt_saleprice.png">
            <a:extLst>
              <a:ext uri="{FF2B5EF4-FFF2-40B4-BE49-F238E27FC236}">
                <a16:creationId xmlns:a16="http://schemas.microsoft.com/office/drawing/2014/main" id="{B9E880FE-68EF-C1CF-B812-66A01B834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865" y="2519758"/>
            <a:ext cx="5950269" cy="393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540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A2601-3119-879B-8EBC-FD7B6CFCF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11" y="299720"/>
            <a:ext cx="8534401" cy="67564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Lot Area vs Sale Price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F30B86-12F1-F994-6EA6-5D93A15F0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0240" y="1656080"/>
            <a:ext cx="11013439" cy="4826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 This scatter plot shows a positive relationship between lot area and sale price. Although larger lots generally result in higher prices, the spread indicates that other factors also influence property valuation.</a:t>
            </a: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6EF222-C20E-0237-5FB8-A7755757DF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2696" y="2753360"/>
            <a:ext cx="7413944" cy="360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789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6D7DF-1112-BA7E-5099-5FE39E3E6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7651" y="269240"/>
            <a:ext cx="8534401" cy="69596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Year Built vs Sale Price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898E6-D14C-00CD-E5F0-813637302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4692" y="1503680"/>
            <a:ext cx="10908347" cy="500888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 The visualization highlights that newer houses tend to be sold at higher prices. This trend reflects improved construction quality, modern amenities, and buyer preferences.</a:t>
            </a: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DD4C1E-3A74-F9BA-6A8C-261B2F144E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2523" y="2611120"/>
            <a:ext cx="7366953" cy="388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431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C8911-A1B0-D630-B85E-AA9F49A03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691" y="203200"/>
            <a:ext cx="8534401" cy="123952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Basement Area vs Sale Price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736F1-7B4B-C50B-5C8F-4B1543E15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960" y="1859280"/>
            <a:ext cx="10454639" cy="486664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 The plot indicates that houses with larger basement areas usually have higher sale prices. Basements add usable space and increase the overall value of the property.</a:t>
            </a: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29AFC5-0ACD-6B3A-AE3E-E59AC21AB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852" y="2979420"/>
            <a:ext cx="7328853" cy="351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8525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15908-2C5B-6A7D-BCE3-08B206F20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291" y="320040"/>
            <a:ext cx="8534401" cy="74676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8D1D8-8D21-9D3A-0603-3129E1860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466" y="2037080"/>
            <a:ext cx="10644187" cy="381508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project successfully demonstrates the application of data analysis and machine learning techniques for predicting house prices.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insights obtained from the analysis highlight the importance of key property features and showcase the effectiveness of data-driven decision-making in the real estate domain.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project successfully demonstrates house price prediction using Python.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highlights the value of data-driven decision-making.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Supports smarter real estate decisions.</a:t>
            </a:r>
          </a:p>
          <a:p>
            <a:pPr>
              <a:defRPr sz="1800"/>
            </a:pPr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2D776C-FB5F-0572-B85E-442FBBB344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11" y="4988561"/>
            <a:ext cx="2296160" cy="144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868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346045F-EA68-FC79-081B-BAB67F25AF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547440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20989</TotalTime>
  <Words>1084</Words>
  <Application>Microsoft Office PowerPoint</Application>
  <PresentationFormat>Widescreen</PresentationFormat>
  <Paragraphs>93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Century Gothic</vt:lpstr>
      <vt:lpstr>Wingdings 3</vt:lpstr>
      <vt:lpstr>Slice</vt:lpstr>
      <vt:lpstr>House Price Prediction </vt:lpstr>
      <vt:lpstr>Introduction</vt:lpstr>
      <vt:lpstr>Problem Statement</vt:lpstr>
      <vt:lpstr>Dataset Overview</vt:lpstr>
      <vt:lpstr>Key Features</vt:lpstr>
      <vt:lpstr>Data Types and Tools Used</vt:lpstr>
      <vt:lpstr>Methodology</vt:lpstr>
      <vt:lpstr>Data Cleaning</vt:lpstr>
      <vt:lpstr>Feature Engineering</vt:lpstr>
      <vt:lpstr>Model Selection</vt:lpstr>
      <vt:lpstr>Evaluation Metrics</vt:lpstr>
      <vt:lpstr>Results &amp; Insights</vt:lpstr>
      <vt:lpstr>Future Scope</vt:lpstr>
      <vt:lpstr>Sale Price Distribution</vt:lpstr>
      <vt:lpstr>Lot Area vs Sale Price</vt:lpstr>
      <vt:lpstr>Year Built vs Sale Price</vt:lpstr>
      <vt:lpstr>Basement Area vs Sale Price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Price Prediction </dc:title>
  <dc:creator>pc</dc:creator>
  <cp:lastModifiedBy>pc</cp:lastModifiedBy>
  <cp:revision>40</cp:revision>
  <dcterms:created xsi:type="dcterms:W3CDTF">2026-01-22T16:29:25Z</dcterms:created>
  <dcterms:modified xsi:type="dcterms:W3CDTF">2026-02-06T06:21:04Z</dcterms:modified>
</cp:coreProperties>
</file>